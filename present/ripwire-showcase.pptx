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(the head-to-head re-measure is held for 0.6.2);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“31 MCP verbs … 16 read verbs … 12 flagship reflexes … 3 span-addressed edit verbs” — README.md on main 40a1895b: “One stdio server, 31 verbs — 16 read, 12 flagship-reflex, 3 span-addressed edit”.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180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180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618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618</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180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618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2026-09-15T03:19:36Z</dcterms:created>
  <dcterms:modified xsi:type="dcterms:W3CDTF">2026-09-15T03:19:36Z</dcterms:modified>
</cp:coreProperties>
</file>