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183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183 long flags; docs/COMMANDS.md carries an entry for every one of them, 162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648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648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183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648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2026-09-24T20:53:17Z</dcterms:created>
  <dcterms:modified xsi:type="dcterms:W3CDTF">2026-09-24T20:53:17Z</dcterms:modified>
</cp:coreProperties>
</file>